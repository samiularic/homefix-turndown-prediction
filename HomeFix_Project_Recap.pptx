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sales visits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money before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even started.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HomeFix Custom Remodeling runs a field sales model. Every lead means a sales rep drives to a home, pitches services, and submits a financing application. All of this happens before knowing if the customer will qualify.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217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HomeFix Custom Remodeling  •  Case Competition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0" y="9144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1B2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5303520" y="2697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financing applications were turned down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03520" y="3200400"/>
            <a:ext cx="5943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35661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B2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of 4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5303520" y="4572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generated zero revenue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03920" y="35661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B2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8503920" y="4572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 place to predict turn-downs in advance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5394960"/>
            <a:ext cx="6217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5394960"/>
            <a:ext cx="73152" cy="914400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54406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HomeFix needed a system to filter out the wrong customers before any rep left the office, and to find more revenue inside the right ones.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DATA &amp;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analyzed the problem.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2606040" cy="54864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3,397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applications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737360"/>
            <a:ext cx="2606040" cy="54864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874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81,922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2044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pull credit runs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737360"/>
            <a:ext cx="2606040" cy="54864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874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30,411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ZIP-level income (Census)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15400" y="173736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1737360"/>
            <a:ext cx="2606040" cy="54864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874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26,300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09828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ZIP-level home values (Zillow)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840480"/>
            <a:ext cx="73152" cy="13716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977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3977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target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43434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Approved and Auto Approved as 1, all others as 0. Filtered out pipeline records to model only finalized decisions.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384048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3840480"/>
            <a:ext cx="73152" cy="13716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977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78040" y="3977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12 features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43434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credit tier, requested amount, downpayment, lender, product, and ratio variables like income-to-request and downpayment percent.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44068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440680"/>
            <a:ext cx="73152" cy="13716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577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417320" y="5577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Brought in external data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417320" y="5943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US Census income and Zillow home values at the ZIP level. Both became the strongest signals in the final model.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544068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5440680"/>
            <a:ext cx="73152" cy="13716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5577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78040" y="5577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78040" y="5943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Oct 2024 to Oct 2025. Test: Oct 2025 to Jan 2026. Balanced training data through oversampling to handle the 74% imbalance.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THE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models. One outcome: smarter sales decisions.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7548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Turn-Down Risk Classifier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Classifier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probability that an application will be turned down before any sales rep drives to the home. Each lead receives a risk score from 0 to 1.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4480560"/>
            <a:ext cx="475488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663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320 / 490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14400" y="5349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turn-downs flagged in the test set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4663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83.68%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83280" y="5349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customers correctly retained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5852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driving the model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6126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income (ZIP)  •  Product type  •  Home value (ZIP)  •  Plan requested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173736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737360"/>
            <a:ext cx="5486400" cy="91440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423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Approved Amount Predictor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75120" y="2880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Regressor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3291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3566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actual dollar amount each customer is eligible to borrow. Reveals customers who qualify for more than they originally requested.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4480560"/>
            <a:ext cx="4754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663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14% MAPE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675120" y="5349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88% baseline accuracy error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0" y="4663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 pp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144000" y="5349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over baseline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5852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Score: 0.93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0" y="6126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prediction error reduced from $12,775 to $2,496 per customer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BUSINESS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 for HomeFix.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57600" cy="2743200"/>
          </a:xfrm>
          <a:prstGeom prst="rect">
            <a:avLst/>
          </a:prstGeom>
          <a:solidFill>
            <a:srgbClr val="0F1B47"/>
          </a:solidFill>
          <a:ln w="12700">
            <a:solidFill>
              <a:srgbClr val="0F1B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3657600" cy="73152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$2.7M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top-line revenue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customers correctly retained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34840" y="2011680"/>
            <a:ext cx="3657600" cy="2743200"/>
          </a:xfrm>
          <a:prstGeom prst="rect">
            <a:avLst/>
          </a:prstGeom>
          <a:solidFill>
            <a:srgbClr val="0F1B47"/>
          </a:solidFill>
          <a:ln w="12700">
            <a:solidFill>
              <a:srgbClr val="0F1B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2011680"/>
            <a:ext cx="3657600" cy="73152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2860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$913K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709160" y="3474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untapped financing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identified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9160" y="4251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178 customers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21040" y="2011680"/>
            <a:ext cx="3657600" cy="2743200"/>
          </a:xfrm>
          <a:prstGeom prst="rect">
            <a:avLst/>
          </a:prstGeom>
          <a:solidFill>
            <a:srgbClr val="0F1B47"/>
          </a:solidFill>
          <a:ln w="12700">
            <a:solidFill>
              <a:srgbClr val="0F1B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011680"/>
            <a:ext cx="3657600" cy="73152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22860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$168K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8595360" y="3474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economic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95360" y="4251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 costs plus new upsell revenue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5029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ENABLES IN PRACTICE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349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dispatch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715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 see a risk score before driving to a home.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34840" y="5349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upsell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34840" y="5715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High-headroom customers flagged for larger financing offers.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1040" y="5349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lead buying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5715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budget shifts toward high-income, high-value ZIPs.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F5B800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Winners  •  Judged by HomeFix's Director of IT  •  Montclair State University MS Analytics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HomeFix Analytics Project Recap</dc:title>
  <dc:subject>PptxGenJS Presentation</dc:subject>
  <dc:creator>PptxGenJS</dc:creator>
  <cp:lastModifiedBy>PptxGenJS</cp:lastModifiedBy>
  <cp:revision>1</cp:revision>
  <dcterms:created xsi:type="dcterms:W3CDTF">2026-04-30T03:36:57Z</dcterms:created>
  <dcterms:modified xsi:type="dcterms:W3CDTF">2026-04-30T03:36:57Z</dcterms:modified>
</cp:coreProperties>
</file>